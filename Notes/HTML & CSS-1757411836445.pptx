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0"/>
  </p:notesMasterIdLst>
  <p:handoutMasterIdLst>
    <p:handoutMasterId r:id="rId11"/>
  </p:handoutMasterIdLst>
  <p:sldIdLst>
    <p:sldId id="257" r:id="rId2"/>
    <p:sldId id="262" r:id="rId3"/>
    <p:sldId id="263" r:id="rId4"/>
    <p:sldId id="264" r:id="rId5"/>
    <p:sldId id="265" r:id="rId6"/>
    <p:sldId id="266" r:id="rId7"/>
    <p:sldId id="267" r:id="rId8"/>
    <p:sldId id="268" r:id="rId9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4529"/>
    <a:srgbClr val="2B3922"/>
    <a:srgbClr val="2E3722"/>
    <a:srgbClr val="FCF7F1"/>
    <a:srgbClr val="B8D233"/>
    <a:srgbClr val="5CC6D6"/>
    <a:srgbClr val="F8D22F"/>
    <a:srgbClr val="F03F2B"/>
    <a:srgbClr val="3488A0"/>
    <a:srgbClr val="5790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 autoAdjust="0"/>
  </p:normalViewPr>
  <p:slideViewPr>
    <p:cSldViewPr snapToGrid="0">
      <p:cViewPr>
        <p:scale>
          <a:sx n="46" d="100"/>
          <a:sy n="46" d="100"/>
        </p:scale>
        <p:origin x="1444" y="41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6F5C5BD-8AB6-4E5F-8616-0B1D32D0FBFD}" type="datetime1">
              <a:rPr lang="en-US" smtClean="0"/>
              <a:t>9/8/2025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7ACF5E7-ACB0-497B-A8C6-F2E617B46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533960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3DD49AE-E876-4130-BF53-6229B9820536}" type="datetime1">
              <a:rPr lang="en-US" smtClean="0"/>
              <a:t>9/8/2025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/>
              <a:t>Click to edit Master text styles</a:t>
            </a:r>
            <a:endParaRPr lang="en-US"/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7A705E3-E620-489D-9973-6221209A4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581830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rtlCol="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 rtlCol="0"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 rtlCol="0"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pPr rtl="0"/>
            <a:fld id="{C0840E64-78EA-480E-9DFC-F5D183737F14}" type="datetime1">
              <a:rPr lang="en-US" smtClean="0"/>
              <a:t>9/8/2025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 rtlCol="0"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770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AF379E8-AC6C-43B9-9222-BDF0AF9336F0}" type="datetime1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08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rtlCol="0"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rtlCol="0"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 rtlCol="0"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rtl="0"/>
            <a:fld id="{ED329652-6112-4F3D-B614-62B56A045E3D}" type="datetime1">
              <a:rPr lang="en-US" smtClean="0"/>
              <a:t>9/8/2025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 rtlCol="0"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071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064E64D-1B50-4EC0-83A1-DE58B45AB49E}" type="datetime1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672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761A824-A4A3-4BDD-B7F1-293A0EC1EA54}" type="datetime1">
              <a:rPr lang="en-US" smtClean="0"/>
              <a:t>9/8/2025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960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81B1D06-1BCF-4BCB-9319-09267D16BB9F}" type="datetime1">
              <a:rPr lang="en-US" smtClean="0"/>
              <a:t>9/8/2025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13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5361324-1C8A-40EA-A8C7-BACD05350B74}" type="datetime1">
              <a:rPr lang="en-US" smtClean="0"/>
              <a:t>9/8/2025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247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 rtlCol="0"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 rtlCol="0"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5BA78C1D-B8C9-43D1-BED3-AB201E145563}" type="datetime1">
              <a:rPr lang="en-US" smtClean="0"/>
              <a:t>9/8/2025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602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 rtlCol="0"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rtl="0"/>
            <a:fld id="{BFA2D3EE-FBE6-4434-A13B-BD4C1C612D44}" type="datetime1">
              <a:rPr lang="en-US" smtClean="0"/>
              <a:t>9/8/2025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 rtlCol="0"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 rtl="0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rtlCol="0"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 rtlCol="0"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8223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B56802B-70FA-41EA-BEAA-8B64D5BF1424}" type="datetime1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29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 rtlCol="0"/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512D428-74E3-499E-9255-6C7C463A82F6}" type="datetime1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073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Quarter level</a:t>
            </a:r>
          </a:p>
          <a:p>
            <a:pPr lvl="4" rtl="0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4FF323AA-170C-4C76-B350-C21CF15222DA}" type="datetime1">
              <a:rPr lang="en-US" smtClean="0"/>
              <a:t>9/8/2025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7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65" r:id="rId5"/>
    <p:sldLayoutId id="2147483671" r:id="rId6"/>
    <p:sldLayoutId id="2147483672" r:id="rId7"/>
    <p:sldLayoutId id="2147483662" r:id="rId8"/>
    <p:sldLayoutId id="2147483663" r:id="rId9"/>
    <p:sldLayoutId id="2147483664" r:id="rId10"/>
    <p:sldLayoutId id="2147483666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8045422F-7258-40AC-BD2E-2469AA4489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82" name="Rectangle 81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5067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61010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3793" y="2355458"/>
            <a:ext cx="4775075" cy="1630907"/>
          </a:xfrm>
        </p:spPr>
        <p:txBody>
          <a:bodyPr rtlCol="0">
            <a:normAutofit fontScale="90000"/>
          </a:bodyPr>
          <a:lstStyle/>
          <a:p>
            <a:r>
              <a:rPr lang="en-GB" sz="4400" dirty="0"/>
              <a:t>HTML &amp; CSS: Anchor Tags, Units &amp; Float Property</a:t>
            </a:r>
            <a:endParaRPr lang="en-gb" sz="4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42807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180F7-A6EA-BE96-ACE9-2B048463D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Anchor Tag Basics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3213FB-E35D-811E-1664-4DF0676FA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AF379E8-AC6C-43B9-9222-BDF0AF9336F0}" type="datetime1">
              <a:rPr lang="en-US" smtClean="0"/>
              <a:t>9/8/2025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BCC9863-EF9B-44FD-96C2-43ADF012737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800" y="2858381"/>
            <a:ext cx="7138493" cy="2339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Attributes: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href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Destination URL / ID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target="_blank"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Open in new tab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title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Tooltip text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6601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3827E-B1B6-C272-E8AC-67DC7F775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Linking to IDs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21D94-F46C-76FC-3949-EAE93F64E1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000" dirty="0"/>
              <a:t>Use </a:t>
            </a:r>
            <a:r>
              <a:rPr lang="en-GB" sz="2000" b="1" dirty="0"/>
              <a:t>ID selector</a:t>
            </a:r>
            <a:r>
              <a:rPr lang="en-GB" sz="2000" dirty="0"/>
              <a:t> for navigation inside a page.</a:t>
            </a:r>
            <a:br>
              <a:rPr lang="en-GB" sz="2000" dirty="0"/>
            </a:br>
            <a:br>
              <a:rPr lang="en-GB" sz="2000" dirty="0"/>
            </a:br>
            <a:r>
              <a:rPr lang="en-GB" sz="2000" dirty="0"/>
              <a:t>&lt;a </a:t>
            </a:r>
            <a:r>
              <a:rPr lang="en-GB" sz="2000" dirty="0" err="1"/>
              <a:t>href</a:t>
            </a:r>
            <a:r>
              <a:rPr lang="en-GB" sz="2000" dirty="0"/>
              <a:t>="#section1"&gt;Go to Section 1&lt;/a&gt;</a:t>
            </a:r>
          </a:p>
          <a:p>
            <a:endParaRPr lang="en-GB" sz="2000" dirty="0"/>
          </a:p>
          <a:p>
            <a:r>
              <a:rPr lang="en-GB" sz="2000" dirty="0"/>
              <a:t>&lt;h2 id="section1"&gt;This is Section 1&lt;/h2&gt;</a:t>
            </a:r>
          </a:p>
          <a:p>
            <a:r>
              <a:rPr lang="en-GB" sz="2000" dirty="0"/>
              <a:t>Clicking the link scrolls directly to the section with that ID.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F470DA-9AF5-48E4-B649-362E13BA3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AF379E8-AC6C-43B9-9222-BDF0AF9336F0}" type="datetime1">
              <a:rPr lang="en-US" smtClean="0"/>
              <a:t>9/8/2025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531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9FC43-263E-1238-6D89-731E778E7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CSS Units – </a:t>
            </a:r>
            <a:r>
              <a:rPr lang="en-GB" dirty="0" err="1"/>
              <a:t>px</a:t>
            </a:r>
            <a:r>
              <a:rPr lang="en-GB" dirty="0"/>
              <a:t> vs 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BE5BF1-C49F-3AA4-3896-9F7EA62AA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AF379E8-AC6C-43B9-9222-BDF0AF9336F0}" type="datetime1">
              <a:rPr lang="en-US" smtClean="0"/>
              <a:t>9/8/2025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3C2DC34-5EFB-9C71-1809-25E585905A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800" y="2612160"/>
            <a:ext cx="7744691" cy="2831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px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(Pixels):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Fixed size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Does not change with screen size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width: 200px;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% (Percentage):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Relative to parent element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Makes design responsive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width: 50%;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7128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A0D65-647B-B534-5EE2-BB1AE9F7D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Float Property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BB901-55B1-059B-EB19-73A015D86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AF379E8-AC6C-43B9-9222-BDF0AF9336F0}" type="datetime1">
              <a:rPr lang="en-US" smtClean="0"/>
              <a:t>9/8/2025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6858FD5-B031-6E3A-4F97-2EE2E5B9BA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800" y="2858381"/>
            <a:ext cx="8256043" cy="2339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Float places an element to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left or right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its container.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Syntax: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                                        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float: left; float: right; 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Commonly used for: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Wrapping text around images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Creating multi-column layouts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4642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5707F-D35F-CA86-A701-5A51034F4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Behaviour of float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61B85-22D8-5E32-4B90-F8D9CB239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*</a:t>
            </a:r>
            <a:r>
              <a:rPr lang="en-GB" sz="2000" dirty="0"/>
              <a:t>When you give float to any child the child comes towards the user i.e. in z-axis</a:t>
            </a:r>
          </a:p>
          <a:p>
            <a:r>
              <a:rPr lang="en-GB" sz="2000" dirty="0"/>
              <a:t>* Due to the reason parents </a:t>
            </a:r>
            <a:r>
              <a:rPr lang="en-GB" sz="2000" dirty="0" err="1"/>
              <a:t>colapse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E7480-7CC9-B28F-8302-D3B06E172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AF379E8-AC6C-43B9-9222-BDF0AF9336F0}" type="datetime1">
              <a:rPr lang="en-US" smtClean="0"/>
              <a:t>9/8/2025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141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CB5EC-4132-EA5B-4FCB-D43A8D934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Parent Collapse Problem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E5C98-9E07-B601-99DD-DA5F2618A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AF379E8-AC6C-43B9-9222-BDF0AF9336F0}" type="datetime1">
              <a:rPr lang="en-US" smtClean="0"/>
              <a:t>9/8/2025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5F037AA-614E-AF89-9D4B-62568B5F85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800" y="3366212"/>
            <a:ext cx="8744894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 all children inside a parent are floated → parent’s height becomes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0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.child { float: left; } .parent { border: 1px solid black; }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Parent does not expand around floated children.</a:t>
            </a:r>
          </a:p>
        </p:txBody>
      </p:sp>
    </p:spTree>
    <p:extLst>
      <p:ext uri="{BB962C8B-B14F-4D97-AF65-F5344CB8AC3E}">
        <p14:creationId xmlns:p14="http://schemas.microsoft.com/office/powerpoint/2010/main" val="10613872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4D248-B7C8-C0DC-EEC5-D68A3B112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Fixing Parent Collapse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DED77-E7BA-84A7-0A2B-7624AFE32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AF379E8-AC6C-43B9-9222-BDF0AF9336F0}" type="datetime1">
              <a:rPr lang="en-US" smtClean="0"/>
              <a:t>9/8/2025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3724B13-2A77-6EC8-C9E0-42F4B2C7650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800" y="2596772"/>
            <a:ext cx="8416215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Solution 1: clear: both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an extra element after children.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&lt;div class="parent"&gt; 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&lt;div class="child"&gt;&lt;/div&gt;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&lt;div style="clear: both;"&gt;&lt;/div&gt;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&lt;/div&gt;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Solution 2: Overflow Hack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.parent { overflow: auto; }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Solution 3: Modern Approach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Use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Flexbox / Grid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instead of floats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185836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FIVE">
      <a:dk1>
        <a:sysClr val="windowText" lastClr="000000"/>
      </a:dk1>
      <a:lt1>
        <a:sysClr val="window" lastClr="FFFFFF"/>
      </a:lt1>
      <a:dk2>
        <a:srgbClr val="505046"/>
      </a:dk2>
      <a:lt2>
        <a:srgbClr val="F5F6F4"/>
      </a:lt2>
      <a:accent1>
        <a:srgbClr val="57903F"/>
      </a:accent1>
      <a:accent2>
        <a:srgbClr val="F03F2B"/>
      </a:accent2>
      <a:accent3>
        <a:srgbClr val="3488A0"/>
      </a:accent3>
      <a:accent4>
        <a:srgbClr val="F8D22F"/>
      </a:accent4>
      <a:accent5>
        <a:srgbClr val="5CC6D6"/>
      </a:accent5>
      <a:accent6>
        <a:srgbClr val="B8D233"/>
      </a:accent6>
      <a:hlink>
        <a:srgbClr val="00B0F0"/>
      </a:hlink>
      <a:folHlink>
        <a:srgbClr val="B2B2B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9139_TF78438558" id="{0BED6512-3D0D-4F75-AB59-5444160ED234}" vid="{29214CBE-E8BC-4FF0-A7D0-03F1D55577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{3FF78C54-606D-46BC-A247-CBD4DCF10125}tf78438558_win32</Template>
  <TotalTime>609</TotalTime>
  <Words>326</Words>
  <Application>Microsoft Office PowerPoint</Application>
  <PresentationFormat>Widescreen</PresentationFormat>
  <Paragraphs>48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Arial Unicode MS</vt:lpstr>
      <vt:lpstr>Calibri</vt:lpstr>
      <vt:lpstr>Century Gothic</vt:lpstr>
      <vt:lpstr>Garamond</vt:lpstr>
      <vt:lpstr>SavonVTI</vt:lpstr>
      <vt:lpstr>HTML &amp; CSS: Anchor Tags, Units &amp; Float Property</vt:lpstr>
      <vt:lpstr>Anchor Tag Basics</vt:lpstr>
      <vt:lpstr>Linking to IDs </vt:lpstr>
      <vt:lpstr>CSS Units – px vs %</vt:lpstr>
      <vt:lpstr>The Float Property</vt:lpstr>
      <vt:lpstr>Behaviour of float</vt:lpstr>
      <vt:lpstr>Parent Collapse Problem</vt:lpstr>
      <vt:lpstr>Fixing Parent Collapse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 tripathi</dc:creator>
  <cp:lastModifiedBy>harsh tripathi</cp:lastModifiedBy>
  <cp:revision>1</cp:revision>
  <dcterms:created xsi:type="dcterms:W3CDTF">2025-09-08T05:17:34Z</dcterms:created>
  <dcterms:modified xsi:type="dcterms:W3CDTF">2025-09-08T15:27:18Z</dcterms:modified>
</cp:coreProperties>
</file>